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Smart BI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06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B5E8"/>
                </a:solidFill>
              </a:rPr>
              <a:t>Intelligent Analytics Platform for Retail &amp;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383280"/>
            <a:ext cx="4114800" cy="54864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4F8"/>
                </a:solidFill>
              </a:rPr>
              <a:t>Prepared by: Mayuresh Prakash Badgujar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776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AA"/>
                </a:solidFill>
              </a:rPr>
              <a:t>May 2026  |  Version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Powered by Snowflake Cortex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What are we building and why?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577840" cy="4114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Business users cannot self-serve data. Analysts are overwhelmed. Decisions are delayed.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577840" cy="4114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 single AI-powered analytics platform where anyone can ask questions in plain English and get instant answers.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577840" cy="4114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Built entirely on Snowflake — combining a Bronze/Silver/Gold data pipeline with Cortex AI, Cortex Search, and Cortex ML.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5577840" cy="4114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From hours to seconds. From analysts-only to everyone. From reactive to predictive.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Why does this platform need to exist?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606040" cy="4572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Self-Service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Only analysts can query data.
Business waits days for answers.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554480"/>
            <a:ext cx="2606040" cy="4572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Buried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488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Reports exist but no one can
find or search through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55448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59" y="1554480"/>
            <a:ext cx="2606040" cy="4572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9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Predictions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488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Teams react to problems.
No forward-looking intelligence.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19" y="155448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19" y="1554480"/>
            <a:ext cx="2606040" cy="4572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Fragmented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1488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BI + ML + Apps are separate.
High cost, inconsistent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One company — from factory floor to customer doorstep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566160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E-commerce /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Orders  |  Customers  |  Payments
Delivery  |  Reviews  |  Products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566160" cy="502920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B2B / Wholesale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Suppliers  |  Product Catalogue
Employees  |  Wholesale 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56616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Manufacturing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402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Machines  |  Production Orders
Defects  |  Downtime  | 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566"/>
                </a:solidFill>
              </a:rPr>
              <a:t>Combined they represent a company that manufactures and sells products online — end to 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Layered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Bronze → Silver → Gold → AI →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417320"/>
            <a:ext cx="8686800" cy="56692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508760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SOURCE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CSV files: Olist, Northwind, Manufacturing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8424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075688"/>
            <a:ext cx="8686800" cy="566928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167128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67128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Raw data — exact copy, no transformations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4261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2734056"/>
            <a:ext cx="8686800" cy="56692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825496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825496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Cleaned, typed, deduplicated, conformed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30098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392424"/>
            <a:ext cx="8686800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3483864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483864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Dimensional model — Facts + Dimensions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95935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4050791"/>
            <a:ext cx="8686800" cy="56692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4142231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142231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Cortex Analyst + Cortex Search + Cortex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61772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4709159"/>
            <a:ext cx="8686800" cy="56692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4519" y="4800599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STREAMLIT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800599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Business user interface — ask anything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Gold Layer — Dimensional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Star Schema design for analytics and AI consumption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B5E8"/>
                </a:solidFill>
              </a:rPr>
              <a:t>FACT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41148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FACT_SALES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Revenue, qty, freight, discount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80360"/>
            <a:ext cx="41148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7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FACT_ORDERS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Order count, payment, delivery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41148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FACT_PRODUCTION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Planned vs actual qty,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83479"/>
            <a:ext cx="41148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2919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FACT_DEFECTS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5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Defect qty, defect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B5E8"/>
                </a:solidFill>
              </a:rPr>
              <a:t>DIMENSION TABLES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828800"/>
            <a:ext cx="3200400" cy="12344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1920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DIM_DATE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3774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</a:rPr>
              <a:t>Year, Quarter, Month,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1828800"/>
            <a:ext cx="3200400" cy="12344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920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DIM_CUSTOMER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3774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</a:rPr>
              <a:t>Customer, city, state, region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337560"/>
            <a:ext cx="3200400" cy="12344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DIM_PRODUCT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8862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</a:rPr>
              <a:t>Product, category, translation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3337560"/>
            <a:ext cx="3200400" cy="12344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DIM_SELLER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8862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</a:rPr>
              <a:t>Seller details and 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4846320"/>
            <a:ext cx="3200400" cy="12344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493775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DIM_MACHINE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539495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</a:rPr>
              <a:t>Type, plant, status, capacity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4846320"/>
            <a:ext cx="3200400" cy="12344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93775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DIM_LOCATION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539495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</a:rPr>
              <a:t>Geographic hierarchy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Three AI engines working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657600" cy="5486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Cortex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Natural Language to 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338328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"What were top 10 products
by revenue last quarter?"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Ask questions in plain English.
Get SQL + results + charts instantly.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3657600" cy="548640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Cortex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4B4"/>
                </a:solidFill>
              </a:rPr>
              <a:t>Semantic Insight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606040"/>
            <a:ext cx="338328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"Find reports about
sales decline in 2023"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Search across historical reports
and insights semantically.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46304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463040"/>
            <a:ext cx="365760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Cortex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Forecasting &amp; Anomaly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606040"/>
            <a:ext cx="338328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"Forecast next quarter
demand for top products"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Predict future trends.
Detect anomalies automatically.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Everything runs natively on Snowflake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65176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17320"/>
            <a:ext cx="2926079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2024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Cloud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920240"/>
            <a:ext cx="29260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9659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Snowflake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Single platform — storage, compute, AI,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41448"/>
            <a:ext cx="265176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4871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Data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441448"/>
            <a:ext cx="2926079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48716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Bronze / Silver / Gold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441448"/>
            <a:ext cx="539496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Structured, layered data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62656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083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Dimensional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962656"/>
            <a:ext cx="29260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3008376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Star Schema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962656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0083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Optimised for analytics and AI consumption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83864"/>
            <a:ext cx="265176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5295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Natural Language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483864"/>
            <a:ext cx="2926079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3529584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Cortex Analyst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483864"/>
            <a:ext cx="539496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5295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Business questions translated to SQL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05072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0507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Semantic 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005072"/>
            <a:ext cx="29260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4050791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Cortex Search 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005072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0507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Index and retrieve insights semantically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526279"/>
            <a:ext cx="265176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5719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Predictive 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526279"/>
            <a:ext cx="2926079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4571999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Cortex ML Functions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526279"/>
            <a:ext cx="539496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57199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Built-in forecasting and anomaly detection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04748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09320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Orchestration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5047488"/>
            <a:ext cx="29260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5093207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Snowflake Cortex 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047488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50932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Intelligent routing across all AI 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568696"/>
            <a:ext cx="265176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6144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User Interface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5568696"/>
            <a:ext cx="2926079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0" y="5614416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B5E8"/>
                </a:solidFill>
              </a:rPr>
              <a:t>Streamlit in Snowflake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5568696"/>
            <a:ext cx="539496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56144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Native app — no infrastructure required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Measurable impact on speed, access, and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3A3A"/>
                </a:solidFill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B4"/>
                </a:solidFill>
              </a:rPr>
              <a:t>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3474720" cy="6858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 to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874519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98424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3A3A"/>
                </a:solidFill>
              </a:rPr>
              <a:t>Hours /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842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--&gt;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874519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98424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B4"/>
                </a:solidFill>
              </a:rPr>
              <a:t>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43200"/>
            <a:ext cx="3474720" cy="685800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529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Self-Service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74320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28529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3A3A"/>
                </a:solidFill>
              </a:rPr>
              <a:t>Analysts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85292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--&gt;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74320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8529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B4"/>
                </a:solidFill>
              </a:rPr>
              <a:t>Everyone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11879"/>
            <a:ext cx="3474720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2160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Forecast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611879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72160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3A3A"/>
                </a:solidFill>
              </a:rPr>
              <a:t>Manual/Excel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721607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--&gt;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611879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372160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B4"/>
                </a:solidFill>
              </a:rPr>
              <a:t>Automated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480559"/>
            <a:ext cx="347472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5902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4480559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4590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3A3A"/>
                </a:solidFill>
              </a:rPr>
              <a:t>Reactive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5902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--&gt;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4480559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4590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B4"/>
                </a:solidFill>
              </a:rPr>
              <a:t>Proactive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49240"/>
            <a:ext cx="3474720" cy="6858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4589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Tools Required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534924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54589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3A3A"/>
                </a:solidFill>
              </a:rPr>
              <a:t>Multiple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4589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--&gt;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534924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54589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B4"/>
                </a:solidFill>
              </a:rPr>
              <a:t>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Delivery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Step-by-step build 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02920" cy="14630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B5E8"/>
                </a:solidFill>
              </a:rPr>
              <a:t>Architecture &amp;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Define layers, data model, tech 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50876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508760"/>
            <a:ext cx="502920" cy="146304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20116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7F32"/>
                </a:solidFill>
              </a:rPr>
              <a:t>Bronze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Ingest raw CSV data into Snowflake as-is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508760"/>
            <a:ext cx="502920" cy="14630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</a:rPr>
              <a:t>Silver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Clean, standardise and type-cast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0040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200400"/>
            <a:ext cx="502920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033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Gold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794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Build dimensional model — facts + dimensions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20040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3200400"/>
            <a:ext cx="502920" cy="1463040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37033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4B4"/>
                </a:solidFill>
              </a:rPr>
              <a:t>Cortex 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794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Natural language interface on Gold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20040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200400"/>
            <a:ext cx="502920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7033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Cortex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794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Semantic search across insights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89204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892040"/>
            <a:ext cx="502920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39495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983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Cortex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486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Forecasting and anomaly detection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489204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59" y="4892040"/>
            <a:ext cx="502920" cy="146304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399" y="539495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983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3A3A"/>
                </a:solidFill>
              </a:rPr>
              <a:t>Snowflake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5486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Orchestrate all AI tools intelligently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89204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4892040"/>
            <a:ext cx="502920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539495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4983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Streamlit App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5486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Business user interface — all in one place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5468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Let's Build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B5E8"/>
                </a:solidFill>
              </a:rPr>
              <a:t>Traditional BI expertise meets Snowflake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Mayuresh Prakash Badgujar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AA"/>
                </a:solidFill>
              </a:rPr>
              <a:t>BI &amp; Analytics | 10+ Years Experience | Snowflake Cortex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Built with Snowflake Cortex AI  |  Streamlit  |  Star Schema Dimensional Modelling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"/>
            <a:ext cx="121889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Architecture Overview  —  Single Page Visual</a:t>
            </a:r>
          </a:p>
        </p:txBody>
      </p:sp>
      <p:pic>
        <p:nvPicPr>
          <p:cNvPr id="5" name="Picture 4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57200"/>
            <a:ext cx="12006072" cy="6263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